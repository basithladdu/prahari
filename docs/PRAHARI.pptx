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4600" b="1" i="0">
                <a:solidFill>
                  <a:srgbClr val="0F172A"/>
                </a:solidFill>
                <a:latin typeface="Segoe UI"/>
              </a:rPr>
              <a:t>PRAHARI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 b="0" i="0">
                <a:solidFill>
                  <a:srgbClr val="64748B"/>
                </a:solidFill>
                <a:latin typeface="Segoe UI"/>
              </a:rPr>
              <a:t>Catching a compromised boot even when every signature checks out.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C-DAC / MeitY AI Enabled OS Hackathon 2026  •  Track: AI at OS &amp; Kernel Level</a:t>
            </a:r>
          </a:p>
          <a:p>
            <a:pPr>
              <a:spcAft>
                <a:spcPts val="800"/>
              </a:spcAft>
            </a:pPr>
            <a:r>
              <a:rPr sz="1300" b="0" i="0">
                <a:solidFill>
                  <a:srgbClr val="64748B"/>
                </a:solidFill>
                <a:latin typeface="Segoe UI"/>
              </a:rPr>
              <a:t>AI-Assisted Secure Boot &amp; Integrity Verification  •  Shaik Abdul Basith, Shaik Awaiz, Shaik Abdul Muqeeth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Signature verification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BlackLotus bypassed UEFI Secure Boot in 2023 without breaking cryptography.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brought genuine, validly-signed Microsoft binaries containing an exploitable flaw.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Every signature was valid. Every hash matched. The machine was compromised anyway.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Bootkitty demonstrated the identical vector against Ubuntu via LogoFAIL.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A check that only asks "is this signed?" is blind to both.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WHAT EXISTS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Attestation works like a static guest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Keylime — the CNCF / IBM reference implementation — maintains a list of known-good hashes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and checks every measured file against it.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answers one question well:  does this hash match?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It never asks the crucial second question:  is this boot sequence normal?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Keylime's documentation notes the allowlist must be laboriously maintained as the OS evolves.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Integrity lives in the order, not only the hashes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A machine boots the same way every time. The Linux kernel already records every file it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loads, in order, in plain text at /sys/kernel/security/ima/ascii_runtime_measurements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Boot a few times to learn what normal looks like. Then compare transitions.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If known-good components appear in an order that has never happened before,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the sequence is anomalous — even when every single file is authentic.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DC2626"/>
                </a:solidFill>
                <a:latin typeface="Segoe UI"/>
              </a:rPr>
              <a:t>allowlist attestation  -&gt;  behavioural sequence attestation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Four attacks, two detectors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ATTACK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ALLOWLIST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19202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64748B"/>
                </a:solidFill>
                <a:latin typeface="Segoe UI"/>
              </a:rPr>
              <a:t>PRAHARI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tamper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5146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81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insert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081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08152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484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reorder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6484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MISS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6484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15383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0F172A"/>
                </a:solidFill>
                <a:latin typeface="Segoe UI"/>
              </a:rPr>
              <a:t>substitute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1538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DC2626"/>
                </a:solidFill>
                <a:latin typeface="Segoe UI"/>
              </a:rPr>
              <a:t>MISS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21538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16A34A"/>
                </a:solidFill>
                <a:latin typeface="Segoe UI"/>
              </a:rPr>
              <a:t>DETECT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1">
                <a:solidFill>
                  <a:srgbClr val="64748B"/>
                </a:solidFill>
                <a:latin typeface="Segoe UI"/>
              </a:rPr>
              <a:t>substitute is the BlackLotus pattern: a real, signed file moved to an abnormal boot phase.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64748B"/>
                </a:solidFill>
                <a:latin typeface="Segoe UI"/>
              </a:rPr>
              <a:t>Its hash is valid. The allowlist sleeps through it. PRAHARI flags the invalid n-gram.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QUANTUM-RESISTANT SIGNING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Firmware is the hardest thing to change later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The boot manifest is signed twice: ECDSA P-256 for today, ML-DSA-65 (FIPS 204) for the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quantum era. A verifier must validate both (RFC 9019 hybrid pattern).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NSA CNSA 2.0 names firmware signing the highest-priority use case for the post-quantum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transition, because boot chains are the hardest layer to update once devices deploy.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F172A"/>
                </a:solidFill>
                <a:latin typeface="Segoe UI"/>
              </a:rPr>
              <a:t>OpenSSL 3.5 provides ML-DSA natively with zero exotic dependencies.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arch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10881360" cy="54515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THE 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/>
            </a:r>
          </a:p>
        </p:txBody>
      </p:sp>
      <p:pic>
        <p:nvPicPr>
          <p:cNvPr id="4" name="Picture 3" descr="tui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691640"/>
            <a:ext cx="9235440" cy="638620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DC2626"/>
                </a:solidFill>
                <a:latin typeface="Segoe UI"/>
              </a:rPr>
              <a:t>TECHNICAL STACK &amp; INTEGRITY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200" b="1" i="0">
                <a:solidFill>
                  <a:srgbClr val="0F172A"/>
                </a:solidFill>
                <a:latin typeface="Segoe UI"/>
              </a:rPr>
              <a:t>What we built and what we leveraged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Built by us: log parser, dual-projection tokenizer (identity vs content), n-gram baseline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detector, 4-vector attack generator, and post-quantum verification engine.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Libraries: OpenSSL 3.5 (Apache-2.0) for ML-DSA &amp; ECDSA • Textual (MIT) for TUI •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Plotly (MIT) for visualizer • Anthropic API (MIT) for natural-language findings summary.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/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N-grams were chosen deliberately over neural models (DeepLog/LogBERT): converges in 4-5</a:t>
            </a:r>
          </a:p>
          <a:p>
            <a:pPr>
              <a:spcAft>
                <a:spcPts val="900"/>
              </a:spcAft>
            </a:pPr>
            <a:r>
              <a:rPr sz="1800" b="0" i="0">
                <a:solidFill>
                  <a:srgbClr val="0F172A"/>
                </a:solidFill>
                <a:latin typeface="Segoe UI"/>
              </a:rPr>
              <a:t>real boots, and every finding isolates a named, verifiable sequence transition.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