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2 (OS &amp; KERNEL LEVEL)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Segoe UI"/>
              </a:rPr>
              <a:t>PRAHARI</a:t>
            </a:r>
          </a:p>
          <a:p>
            <a:r>
              <a:rPr sz="2200">
                <a:solidFill>
                  <a:srgbClr val="34D399"/>
                </a:solidFill>
                <a:latin typeface="Segoe UI"/>
              </a:rPr>
              <a:t>Behavioural Boot Attestation with Dual Hybrid Post-Quantum Signing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4A3B8"/>
                </a:solidFill>
                <a:latin typeface="Segoe UI"/>
              </a:rPr>
              <a:t>Catches compromised boots when every cryptographic signature and hash succeeds.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4A3B8"/>
                </a:solidFill>
                <a:latin typeface="Segoe UI"/>
              </a:rPr>
              <a:t>Team: Shaik Abdul Basith, Shaik Awaiz, Shaik Abdul Muqeeth  |  Repo: github.com/basithladdu/prahari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CORE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Signature Verification is Structurally Blind to Ordering Attacks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Why traditional Measured Boot &amp; Secure Boot fail against modern bootkits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87171"/>
                </a:solidFill>
                <a:latin typeface="Segoe UI"/>
              </a:rPr>
              <a:t>The Allowlist Fallacy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Static Guest List: </a:t>
            </a:r>
            <a:r>
              <a:rPr sz="1300">
                <a:solidFill>
                  <a:srgbClr val="F8FAFC"/>
                </a:solidFill>
                <a:latin typeface="Segoe UI"/>
              </a:rPr>
              <a:t>Tools like Keylime maintain a whitelist of known-good SHA-256 hashes.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Single Question: </a:t>
            </a:r>
            <a:r>
              <a:rPr sz="1300">
                <a:solidFill>
                  <a:srgbClr val="F8FAFC"/>
                </a:solidFill>
                <a:latin typeface="Segoe UI"/>
              </a:rPr>
              <a:t>They only verify: 'Does this hash exist in the database?'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Blind Spot: </a:t>
            </a:r>
            <a:r>
              <a:rPr sz="1300">
                <a:solidFill>
                  <a:srgbClr val="F8FAFC"/>
                </a:solidFill>
                <a:latin typeface="Segoe UI"/>
              </a:rPr>
              <a:t>They never check: 'Is this specific event sequence normal for this system?'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Zero Protection: </a:t>
            </a:r>
            <a:r>
              <a:rPr sz="1300">
                <a:solidFill>
                  <a:srgbClr val="F8FAFC"/>
                </a:solidFill>
                <a:latin typeface="Segoe UI"/>
              </a:rPr>
              <a:t>Permutations, race conditions, and early-boot hijackings pass with 100% valid signatures.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Segoe UI"/>
              </a:rPr>
              <a:t>Real-World Threats (BlackLotus &amp; LogoFAIL)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BlackLotus (2023): </a:t>
            </a:r>
            <a:r>
              <a:rPr sz="1300">
                <a:solidFill>
                  <a:srgbClr val="F8FAFC"/>
                </a:solidFill>
                <a:latin typeface="Segoe UI"/>
              </a:rPr>
              <a:t>Bypassed UEFI Secure Boot by loading authentic, validly-signed Microsoft binaries that harbored an unpatched flaw.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Bootkitty (2024): </a:t>
            </a:r>
            <a:r>
              <a:rPr sz="1300">
                <a:solidFill>
                  <a:srgbClr val="F8FAFC"/>
                </a:solidFill>
                <a:latin typeface="Segoe UI"/>
              </a:rPr>
              <a:t>Exploited genuine signed components in Ubuntu via LogoFAIL memory corruption.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The Reality: </a:t>
            </a:r>
            <a:r>
              <a:rPr sz="1300">
                <a:solidFill>
                  <a:srgbClr val="F8FAFC"/>
                </a:solidFill>
                <a:latin typeface="Segoe UI"/>
              </a:rPr>
              <a:t>Every signature was genuine. Every hash matched. The machine was fully compromised anyway.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The Remedy: </a:t>
            </a:r>
            <a:r>
              <a:rPr sz="1300">
                <a:solidFill>
                  <a:srgbClr val="F8FAFC"/>
                </a:solidFill>
                <a:latin typeface="Segoe UI"/>
              </a:rPr>
              <a:t>Boot sequence order is the only remaining signal.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OUR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Dual-Axis Token Projection &amp; N-Gram Behavioral Modeling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Zero kernel patches, zero new hardware — runs directly on Linux securityfs IMA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1. Dual Token Projection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Identity Axis: </a:t>
            </a:r>
            <a:r>
              <a:rPr sz="1300">
                <a:solidFill>
                  <a:srgbClr val="F8FAFC"/>
                </a:solidFill>
                <a:latin typeface="Segoe UI"/>
              </a:rPr>
              <a:t>Normalised path (e.g. /init, /bin/systemd) — remains deterministic across clean boots.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Content Axis: </a:t>
            </a:r>
            <a:r>
              <a:rPr sz="1300">
                <a:solidFill>
                  <a:srgbClr val="F8FAFC"/>
                </a:solidFill>
                <a:latin typeface="Segoe UI"/>
              </a:rPr>
              <a:t>Cryptographic hash — detects direct byte-level tampering.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Why it matters: </a:t>
            </a:r>
            <a:r>
              <a:rPr sz="1300">
                <a:solidFill>
                  <a:srgbClr val="F8FAFC"/>
                </a:solidFill>
                <a:latin typeface="Segoe UI"/>
              </a:rPr>
              <a:t>Projects continuous measurement logs into discrete tokens for sequence anomaly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2. N-Gram Learning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Rapid Convergence: </a:t>
            </a:r>
            <a:r>
              <a:rPr sz="1300">
                <a:solidFill>
                  <a:srgbClr val="F8FAFC"/>
                </a:solidFill>
                <a:latin typeface="Segoe UI"/>
              </a:rPr>
              <a:t>Converges within 4-5 baseline boots of the physical machine.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Inspectable: </a:t>
            </a:r>
            <a:r>
              <a:rPr sz="1300">
                <a:solidFill>
                  <a:srgbClr val="F8FAFC"/>
                </a:solidFill>
                <a:latin typeface="Segoe UI"/>
              </a:rPr>
              <a:t>Every alert pinpoints the exact anomalous transition (A -&gt; B -&gt; C).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Zero Black Box: </a:t>
            </a:r>
            <a:r>
              <a:rPr sz="1300">
                <a:solidFill>
                  <a:srgbClr val="F8FAFC"/>
                </a:solidFill>
                <a:latin typeface="Segoe UI"/>
              </a:rPr>
              <a:t>No opaque neural network weights; human auditors can verify every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A855F7"/>
                </a:solidFill>
                <a:latin typeface="Segoe UI"/>
              </a:rPr>
              <a:t>3. Hybrid PQC Signing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855F7"/>
                </a:solidFill>
                <a:latin typeface="Segoe UI"/>
              </a:rPr>
              <a:t>Dual Signatures: </a:t>
            </a:r>
            <a:r>
              <a:rPr sz="1300">
                <a:solidFill>
                  <a:srgbClr val="F8FAFC"/>
                </a:solidFill>
                <a:latin typeface="Segoe UI"/>
              </a:rPr>
              <a:t>ECDSA P-256 (today) + ML-DSA-65 (FIPS 204 quantum resistance).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855F7"/>
                </a:solidFill>
                <a:latin typeface="Segoe UI"/>
              </a:rPr>
              <a:t>RFC 9019 Standard: </a:t>
            </a:r>
            <a:r>
              <a:rPr sz="1300">
                <a:solidFill>
                  <a:srgbClr val="F8FAFC"/>
                </a:solidFill>
                <a:latin typeface="Segoe UI"/>
              </a:rPr>
              <a:t>Both signatures must validate for attestation approval.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OpenSSL 3.5: </a:t>
            </a:r>
            <a:r>
              <a:rPr sz="1300">
                <a:solidFill>
                  <a:srgbClr val="F8FAFC"/>
                </a:solidFill>
                <a:latin typeface="Segoe UI"/>
              </a:rPr>
              <a:t>Native implementation with zero exotic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EMPIRICAL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4-Vector Threat Benchmark: Allowlist vs PRAHARI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Evaluating tamper, insert, reorder, and substitute attacks on Linux IMA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300">
                <a:solidFill>
                  <a:srgbClr val="38BDF8"/>
                </a:solidFill>
                <a:latin typeface="Segoe UI"/>
              </a:rPr>
              <a:t>ATTACK VECTOR  </a:t>
            </a:r>
            <a:r>
              <a:rPr sz="1300">
                <a:solidFill>
                  <a:srgbClr val="38BDF8"/>
                </a:solidFill>
                <a:latin typeface="Segoe UI"/>
              </a:rPr>
              <a:t>ATTACK MECHANISM                     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ALLOWLIST (KEYLIME)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PRAHARI (BEHAVIOURAL)        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Tamper         </a:t>
            </a:r>
            <a:r>
              <a:rPr sz="1200">
                <a:solidFill>
                  <a:srgbClr val="94A3B8"/>
                </a:solidFill>
                <a:latin typeface="Consolas"/>
              </a:rPr>
              <a:t>Direct byte corruption in measured binary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(Hash Mismatch)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(Tampered Hash)       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Insert         </a:t>
            </a:r>
            <a:r>
              <a:rPr sz="1200">
                <a:solidFill>
                  <a:srgbClr val="94A3B8"/>
                </a:solidFill>
                <a:latin typeface="Consolas"/>
              </a:rPr>
              <a:t>Injection of unauthorized rogue kernel module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Hash)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+ Sequence)  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BBF24"/>
                </a:solidFill>
                <a:latin typeface="Consolas"/>
              </a:rPr>
              <a:t>Reorder        </a:t>
            </a:r>
            <a:r>
              <a:rPr sz="1200">
                <a:solidFill>
                  <a:srgbClr val="94A3B8"/>
                </a:solidFill>
                <a:latin typeface="Consolas"/>
              </a:rPr>
              <a:t>Permuting execution order of legitimate components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BBF24"/>
                </a:solidFill>
                <a:latin typeface="Consolas"/>
              </a:rPr>
              <a:t>Substitute     </a:t>
            </a:r>
            <a:r>
              <a:rPr sz="1200">
                <a:solidFill>
                  <a:srgbClr val="94A3B8"/>
                </a:solidFill>
                <a:latin typeface="Consolas"/>
              </a:rPr>
              <a:t>Relocating signed binary to abnormal boot phase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End-to-End Pipeline: Kernel IMA -&gt; Tokenizer -&gt; N-Gram -&gt; PQC Signer</a:t>
            </a:r>
          </a:p>
        </p:txBody>
      </p:sp>
      <p:pic>
        <p:nvPicPr>
          <p:cNvPr id="5" name="Picture 4" descr="p_arch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53599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INTERACTIVE TERMINAL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Live Operator Interface Built on Textual (SSH &amp; Server Ready)</a:t>
            </a:r>
          </a:p>
        </p:txBody>
      </p:sp>
      <p:pic>
        <p:nvPicPr>
          <p:cNvPr id="5" name="Picture 4" descr="p_tui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65159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OPEN SOURCE TECH STACK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Standards-Compliant, DPDP Act 2023 Aligned, Indigenous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Tech Stack &amp; Dependencies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Core Language: </a:t>
            </a:r>
            <a:r>
              <a:rPr sz="1300">
                <a:solidFill>
                  <a:srgbClr val="F8FAFC"/>
                </a:solidFill>
                <a:latin typeface="Segoe UI"/>
              </a:rPr>
              <a:t>Python 3.9+ (Clean, modular, pip-installable package)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Cryptography: </a:t>
            </a:r>
            <a:r>
              <a:rPr sz="1300">
                <a:solidFill>
                  <a:srgbClr val="F8FAFC"/>
                </a:solidFill>
                <a:latin typeface="Segoe UI"/>
              </a:rPr>
              <a:t>OpenSSL 3.5 (Apache-2.0) native ML-DSA-65 &amp; ECDSA P-256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TUI Interface: </a:t>
            </a:r>
            <a:r>
              <a:rPr sz="1300">
                <a:solidFill>
                  <a:srgbClr val="F8FAFC"/>
                </a:solidFill>
                <a:latin typeface="Segoe UI"/>
              </a:rPr>
              <a:t>Textual (MIT) — live simulation keys [c]lean, [t]amper, [r]eorder, [s]ubstitute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Visualisation: </a:t>
            </a:r>
            <a:r>
              <a:rPr sz="1300">
                <a:solidFill>
                  <a:srgbClr val="F8FAFC"/>
                </a:solidFill>
                <a:latin typeface="Segoe UI"/>
              </a:rPr>
              <a:t>Plotly (MIT) interactive sequence swimlane dashboard (boot.html)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Licensing: </a:t>
            </a:r>
            <a:r>
              <a:rPr sz="1300">
                <a:solidFill>
                  <a:srgbClr val="F8FAFC"/>
                </a:solidFill>
                <a:latin typeface="Segoe UI"/>
              </a:rPr>
              <a:t>100% Open Source under MIT License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Security &amp; Compliance Standards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DPDP Act 2023: </a:t>
            </a:r>
            <a:r>
              <a:rPr sz="1300">
                <a:solidFill>
                  <a:srgbClr val="F8FAFC"/>
                </a:solidFill>
                <a:latin typeface="Segoe UI"/>
              </a:rPr>
              <a:t>Zero personal data collected or transmitted. Logs strictly contain kernel hashes and system paths.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855F7"/>
                </a:solidFill>
                <a:latin typeface="Segoe UI"/>
              </a:rPr>
              <a:t>RFC 9019: </a:t>
            </a:r>
            <a:r>
              <a:rPr sz="1300">
                <a:solidFill>
                  <a:srgbClr val="F8FAFC"/>
                </a:solidFill>
                <a:latin typeface="Segoe UI"/>
              </a:rPr>
              <a:t>Dual classical + post-quantum hybrid attestation manifest pattern.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855F7"/>
                </a:solidFill>
                <a:latin typeface="Segoe UI"/>
              </a:rPr>
              <a:t>NSA CNSA 2.0: </a:t>
            </a:r>
            <a:r>
              <a:rPr sz="1300">
                <a:solidFill>
                  <a:srgbClr val="F8FAFC"/>
                </a:solidFill>
                <a:latin typeface="Segoe UI"/>
              </a:rPr>
              <a:t>Directly implements firmware/boot integrity quantum transition priority.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Atmanirbhar Bharat: </a:t>
            </a:r>
            <a:r>
              <a:rPr sz="1300">
                <a:solidFill>
                  <a:srgbClr val="F8FAFC"/>
                </a:solidFill>
                <a:latin typeface="Segoe UI"/>
              </a:rPr>
              <a:t>Self-reliant security stack requiring zero proprietary foreign telemetry.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